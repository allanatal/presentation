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2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299"/>
    <a:srgbClr val="04134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44"/>
    <p:restoredTop sz="86951" autoAdjust="0"/>
  </p:normalViewPr>
  <p:slideViewPr>
    <p:cSldViewPr snapToGrid="0">
      <p:cViewPr varScale="1">
        <p:scale>
          <a:sx n="94" d="100"/>
          <a:sy n="94" d="100"/>
        </p:scale>
        <p:origin x="7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3CCD7-A6CC-CB40-B968-9260327FD55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27CD7-3765-0345-9E65-81E3FB2C0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51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4.gi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6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07BAE-1EE6-884F-A257-B393808CB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D8616-FFD7-ED48-AF62-F9C8F41A9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76059-4A54-2346-A7F8-84CFA472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07262-F350-BF4B-89B9-F05FA004E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A8561-056D-D242-8609-822A28C8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14238A2-84AE-5D46-8A30-679FCA468838}"/>
              </a:ext>
            </a:extLst>
          </p:cNvPr>
          <p:cNvSpPr/>
          <p:nvPr userDrawn="1"/>
        </p:nvSpPr>
        <p:spPr>
          <a:xfrm>
            <a:off x="-13063" y="6727271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702BCC-B421-59A0-B3C1-40F1EFF35D71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226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7FA8-8E51-A048-85C0-A9DCD28C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4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4C0D3-8F1C-7F47-A716-9D3BF7DD3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AAFCD-0A7C-3A4B-9189-43725E02B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3F1F8-9FAD-9047-97C7-F41F6FB20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DC2A6-139C-5C42-A76B-3B006DDA0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E479FF52-495E-3E41-BF9E-6C9F39AA5C1A}"/>
              </a:ext>
            </a:extLst>
          </p:cNvPr>
          <p:cNvSpPr/>
          <p:nvPr userDrawn="1"/>
        </p:nvSpPr>
        <p:spPr>
          <a:xfrm>
            <a:off x="-12357" y="-12357"/>
            <a:ext cx="12192000" cy="140816"/>
          </a:xfrm>
          <a:prstGeom prst="rect">
            <a:avLst/>
          </a:prstGeom>
          <a:solidFill>
            <a:srgbClr val="1A36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33164CF6-3237-A146-B254-F3614E52AE6A}"/>
              </a:ext>
            </a:extLst>
          </p:cNvPr>
          <p:cNvSpPr/>
          <p:nvPr userDrawn="1"/>
        </p:nvSpPr>
        <p:spPr>
          <a:xfrm>
            <a:off x="-8879" y="6740334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B0AF01B-93FD-D94F-BFDB-9447B63534F5}"/>
              </a:ext>
            </a:extLst>
          </p:cNvPr>
          <p:cNvSpPr/>
          <p:nvPr userDrawn="1"/>
        </p:nvSpPr>
        <p:spPr>
          <a:xfrm>
            <a:off x="828676" y="1286584"/>
            <a:ext cx="2689018" cy="71316"/>
          </a:xfrm>
          <a:prstGeom prst="rect">
            <a:avLst/>
          </a:prstGeom>
          <a:solidFill>
            <a:srgbClr val="1A36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529CE8-06E5-0FAE-63F9-805E376195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6079" y="311389"/>
            <a:ext cx="420624" cy="4206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5CE522-01A8-72D6-0BDF-31CE088F2630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983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E5BF-35AE-CC42-B325-793D24538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84D4E-6885-6542-8959-664F27E2D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B26A4-FCE8-6C46-8180-E85F4C1B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834E1-1C97-CA4F-87EE-5C3EC0FC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75400-1125-F44C-B10F-31521EDD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D8767501-E242-9847-B66D-530892B8386B}"/>
              </a:ext>
            </a:extLst>
          </p:cNvPr>
          <p:cNvSpPr/>
          <p:nvPr userDrawn="1"/>
        </p:nvSpPr>
        <p:spPr>
          <a:xfrm>
            <a:off x="-8879" y="6740334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C7C3DA-CDB3-0146-596E-B92E070058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6079" y="311389"/>
            <a:ext cx="420624" cy="420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126CF6-2C37-44E5-6018-C0117EC3C666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6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01E51-52EB-CE44-BF19-BC909B2D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192F3-29C8-A641-B594-DC96601CC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029A7-4F6E-CA40-B04C-87EB6D434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7A07F-AE2C-0C42-9098-D2FB54D07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A83E1-3019-4B4B-98B6-F38B388C6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F1B01-CEA7-E240-8F4F-1C2C2B9C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CEAA4C-B2EE-3CB7-A846-BDC0F3E1BCA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10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C561B-31A2-D040-AB47-57CD6CC11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9AE6-A995-D249-9FE3-768CE7C78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43240-FAA0-794F-AF30-2950D615D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D5EB4-D9ED-BB48-9E8C-1BEF7AA24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1BDAF-3CBE-1A40-8FC6-E11F20D0E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0FEA4-E875-B34E-852E-0F84CF1B9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4AA83-008F-6A42-AAA8-342999570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0E04B-C8AC-4D44-BF39-89F4C4F7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245A94-B87D-7D4D-8264-1B69F6B7FB48}"/>
              </a:ext>
            </a:extLst>
          </p:cNvPr>
          <p:cNvSpPr/>
          <p:nvPr userDrawn="1"/>
        </p:nvSpPr>
        <p:spPr>
          <a:xfrm>
            <a:off x="-12357" y="-12357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CF1392B-402B-8546-97AB-1CF02B1D7BCF}"/>
              </a:ext>
            </a:extLst>
          </p:cNvPr>
          <p:cNvSpPr/>
          <p:nvPr userDrawn="1"/>
        </p:nvSpPr>
        <p:spPr>
          <a:xfrm>
            <a:off x="-8879" y="6740334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D596ED-C26E-D6BD-8519-20772D5BC4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6079" y="311389"/>
            <a:ext cx="420624" cy="4206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D745F3-CC14-BBB7-9B98-7E60B6BABF2E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62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566E-A5E7-834A-AA1F-70443E30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BB243-8C73-9049-9DF0-DB8363F8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65205-131E-3C4F-A756-82BBBE6E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FF13-AF3D-044D-88D2-4B8A2EDD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2E92071-916D-CE43-BABA-FC003FBB39A4}"/>
              </a:ext>
            </a:extLst>
          </p:cNvPr>
          <p:cNvSpPr/>
          <p:nvPr userDrawn="1"/>
        </p:nvSpPr>
        <p:spPr>
          <a:xfrm>
            <a:off x="-12357" y="-12357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A4A20530-C8F0-4846-926B-C7C8523F9621}"/>
              </a:ext>
            </a:extLst>
          </p:cNvPr>
          <p:cNvSpPr/>
          <p:nvPr userDrawn="1"/>
        </p:nvSpPr>
        <p:spPr>
          <a:xfrm>
            <a:off x="-8879" y="6740334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28BE3B-0EDE-2DD4-11A7-A9ACA9A422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6079" y="311389"/>
            <a:ext cx="420624" cy="420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F7F9E6-4C2F-30FA-B760-E762AEF083A4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91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FC7B8-8726-0648-BFAB-C2750DE37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91964B-F603-3742-8454-081CAF2B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81530-A89C-A147-8A45-C335F5D2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C8F1696E-8017-C344-B5A2-DC3EC11E9C64}"/>
              </a:ext>
            </a:extLst>
          </p:cNvPr>
          <p:cNvSpPr/>
          <p:nvPr userDrawn="1"/>
        </p:nvSpPr>
        <p:spPr>
          <a:xfrm>
            <a:off x="-8879" y="6740334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90542-7F66-6AEC-A894-CF3214223B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6079" y="311389"/>
            <a:ext cx="420624" cy="4206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7EAE94-BDB0-9D6E-C60B-2FDD467D4DA2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4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2946-07B4-5E45-8AA1-FC353DB1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B2BA5-0585-9340-85FD-0B550CCE7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DDF8F-56C1-E34D-A554-5EA357D29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85B65-9D04-C140-A363-5E2E97EBA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BCFFA-01BD-5A49-BF29-3688547D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F8E45-3D83-3E42-BF52-6E20EE19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AF1ABA2E-A898-ED4C-AA0C-D51715C919BF}"/>
              </a:ext>
            </a:extLst>
          </p:cNvPr>
          <p:cNvSpPr/>
          <p:nvPr userDrawn="1"/>
        </p:nvSpPr>
        <p:spPr>
          <a:xfrm>
            <a:off x="-12357" y="-12357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1C108B84-67C1-AF47-8FA3-6F4B1C27F6B7}"/>
              </a:ext>
            </a:extLst>
          </p:cNvPr>
          <p:cNvSpPr/>
          <p:nvPr userDrawn="1"/>
        </p:nvSpPr>
        <p:spPr>
          <a:xfrm>
            <a:off x="-8879" y="6740334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478EC9-96F2-87CC-6657-C1DBF4B20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6079" y="311389"/>
            <a:ext cx="420624" cy="4206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5F142D-3555-2DA1-8CAF-1D25583DDD3C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54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DF2D-C99D-3E42-A66B-8F397EFB9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EC81B-718A-2B40-B6A2-D37CDA9321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4EADB-4E55-6147-9593-C3D4D821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6CA37-BE04-1F42-AC93-AF68653C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F3F5-6070-F74C-81FA-4D11A19A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98E76-6231-ED40-A544-DF504836B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AB0FEEDE-B909-EB4E-B87D-1F57CE155C45}"/>
              </a:ext>
            </a:extLst>
          </p:cNvPr>
          <p:cNvSpPr/>
          <p:nvPr userDrawn="1"/>
        </p:nvSpPr>
        <p:spPr>
          <a:xfrm>
            <a:off x="-12357" y="-12357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963CC9A4-C096-EA46-BD0F-2F7382445A83}"/>
              </a:ext>
            </a:extLst>
          </p:cNvPr>
          <p:cNvSpPr/>
          <p:nvPr userDrawn="1"/>
        </p:nvSpPr>
        <p:spPr>
          <a:xfrm>
            <a:off x="-8879" y="6740334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932278-F440-F3FB-A986-1605409A0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6079" y="311389"/>
            <a:ext cx="420624" cy="4206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40AB2C-D151-5386-2591-65DF120E96E7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22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CC03E-7E5E-094A-BDB3-89FB0B6D6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C79ED-FB77-0745-986C-B058F651B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2D1FD-6CF7-0D4B-A54D-12927D8C9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517B7-299F-1649-B12D-850F068F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B04A-9026-BC4C-8E55-ECDD9544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FD60BE16-D2A8-EE43-ADF6-459E401AADE1}"/>
              </a:ext>
            </a:extLst>
          </p:cNvPr>
          <p:cNvSpPr/>
          <p:nvPr userDrawn="1"/>
        </p:nvSpPr>
        <p:spPr>
          <a:xfrm>
            <a:off x="-12357" y="-12357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BB7868A9-F9F9-6A49-B1F2-B3778C2B396E}"/>
              </a:ext>
            </a:extLst>
          </p:cNvPr>
          <p:cNvSpPr/>
          <p:nvPr userDrawn="1"/>
        </p:nvSpPr>
        <p:spPr>
          <a:xfrm>
            <a:off x="-8879" y="6740334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3BAC20-F5B2-C7A6-9373-7870F8747F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6079" y="311389"/>
            <a:ext cx="420624" cy="420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9952E7-8A06-FF20-8896-08C6EB885784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4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102C53-7968-7942-9219-5A4E2CB58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E8EF4-F0A2-9F46-A86F-B55AB835C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263FD-1582-FC43-A25E-CF97CDBE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51FFD-7B1F-1745-9A7B-BDABE92F7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EA0B4-A7CF-8146-BB03-9D216301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DE3032DD-6DE0-684D-92D2-2458E8DF1AD3}"/>
              </a:ext>
            </a:extLst>
          </p:cNvPr>
          <p:cNvSpPr/>
          <p:nvPr userDrawn="1"/>
        </p:nvSpPr>
        <p:spPr>
          <a:xfrm>
            <a:off x="-12357" y="-12357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91910F58-C930-2E41-AA89-348000FBBCC4}"/>
              </a:ext>
            </a:extLst>
          </p:cNvPr>
          <p:cNvSpPr/>
          <p:nvPr userDrawn="1"/>
        </p:nvSpPr>
        <p:spPr>
          <a:xfrm>
            <a:off x="-8879" y="6740334"/>
            <a:ext cx="12192000" cy="1408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A49CB6-3F16-0883-46F2-E2384946F8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6079" y="311389"/>
            <a:ext cx="420624" cy="420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946615-C355-4BBD-E12C-CD2F4B301F61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23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3811F168-5851-4164-A476-942919F07F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63" y="3662363"/>
            <a:ext cx="607853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4"/>
          <p:cNvSpPr>
            <a:spLocks noGrp="1" noChangeArrowheads="1"/>
          </p:cNvSpPr>
          <p:nvPr>
            <p:ph type="subTitle" idx="1"/>
          </p:nvPr>
        </p:nvSpPr>
        <p:spPr>
          <a:xfrm>
            <a:off x="609600" y="4041650"/>
            <a:ext cx="5181600" cy="1120775"/>
          </a:xfrm>
        </p:spPr>
        <p:txBody>
          <a:bodyPr/>
          <a:lstStyle>
            <a:lvl1pPr marL="0" indent="0">
              <a:lnSpc>
                <a:spcPct val="10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294B36-D511-4E23-A768-EAFA149B5CC7}"/>
              </a:ext>
            </a:extLst>
          </p:cNvPr>
          <p:cNvSpPr/>
          <p:nvPr/>
        </p:nvSpPr>
        <p:spPr>
          <a:xfrm>
            <a:off x="1" y="1620838"/>
            <a:ext cx="12192000" cy="2057400"/>
          </a:xfrm>
          <a:prstGeom prst="rect">
            <a:avLst/>
          </a:prstGeom>
          <a:solidFill>
            <a:srgbClr val="CDCDCF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B42F6D-719A-45C6-BB57-84887368226C}"/>
              </a:ext>
            </a:extLst>
          </p:cNvPr>
          <p:cNvCxnSpPr/>
          <p:nvPr/>
        </p:nvCxnSpPr>
        <p:spPr bwMode="auto">
          <a:xfrm>
            <a:off x="-14291" y="1620838"/>
            <a:ext cx="12214232" cy="0"/>
          </a:xfrm>
          <a:prstGeom prst="line">
            <a:avLst/>
          </a:prstGeom>
          <a:ln w="12700">
            <a:solidFill>
              <a:schemeClr val="bg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ACD6CB8-625C-44F5-9B90-77A60BCC4A2E}"/>
              </a:ext>
            </a:extLst>
          </p:cNvPr>
          <p:cNvCxnSpPr/>
          <p:nvPr/>
        </p:nvCxnSpPr>
        <p:spPr bwMode="auto">
          <a:xfrm>
            <a:off x="-14291" y="3662363"/>
            <a:ext cx="12214232" cy="0"/>
          </a:xfrm>
          <a:prstGeom prst="line">
            <a:avLst/>
          </a:prstGeom>
          <a:ln w="12700">
            <a:solidFill>
              <a:schemeClr val="bg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Rectangle 55">
            <a:extLst>
              <a:ext uri="{FF2B5EF4-FFF2-40B4-BE49-F238E27FC236}">
                <a16:creationId xmlns:a16="http://schemas.microsoft.com/office/drawing/2014/main" id="{078B106A-3121-420B-B2D9-854FF204BD0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invGray">
          <a:xfrm>
            <a:off x="609600" y="1600200"/>
            <a:ext cx="11264901" cy="2057400"/>
          </a:xfrm>
          <a:prstGeom prst="rect">
            <a:avLst/>
          </a:prstGeom>
        </p:spPr>
        <p:txBody>
          <a:bodyPr/>
          <a:lstStyle>
            <a:lvl1pPr>
              <a:defRPr sz="3900">
                <a:solidFill>
                  <a:srgbClr val="4555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C33664-ACD6-44A3-95A5-32325CBC9685}"/>
              </a:ext>
            </a:extLst>
          </p:cNvPr>
          <p:cNvSpPr/>
          <p:nvPr userDrawn="1"/>
        </p:nvSpPr>
        <p:spPr>
          <a:xfrm>
            <a:off x="1" y="1620838"/>
            <a:ext cx="12192000" cy="2057400"/>
          </a:xfrm>
          <a:prstGeom prst="rect">
            <a:avLst/>
          </a:prstGeom>
          <a:solidFill>
            <a:srgbClr val="CDCDCF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ECCBFD-9ED3-4167-961B-65218739F1A5}"/>
              </a:ext>
            </a:extLst>
          </p:cNvPr>
          <p:cNvCxnSpPr/>
          <p:nvPr userDrawn="1"/>
        </p:nvCxnSpPr>
        <p:spPr bwMode="auto">
          <a:xfrm>
            <a:off x="-14291" y="1620838"/>
            <a:ext cx="12214232" cy="0"/>
          </a:xfrm>
          <a:prstGeom prst="line">
            <a:avLst/>
          </a:prstGeom>
          <a:ln w="12700">
            <a:solidFill>
              <a:schemeClr val="bg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95A2832-7EB2-44CE-B43D-FCA9D107E325}"/>
              </a:ext>
            </a:extLst>
          </p:cNvPr>
          <p:cNvCxnSpPr/>
          <p:nvPr userDrawn="1"/>
        </p:nvCxnSpPr>
        <p:spPr bwMode="auto">
          <a:xfrm>
            <a:off x="-14291" y="3662363"/>
            <a:ext cx="12214232" cy="0"/>
          </a:xfrm>
          <a:prstGeom prst="line">
            <a:avLst/>
          </a:prstGeom>
          <a:ln w="12700">
            <a:solidFill>
              <a:schemeClr val="bg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A66A9F5-09EF-41DA-9109-8000D4A9FF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289" y="328613"/>
            <a:ext cx="1740838" cy="93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52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59" y="238127"/>
            <a:ext cx="10872444" cy="11033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675" y="1513047"/>
            <a:ext cx="10877529" cy="46506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574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14352" y="330201"/>
            <a:ext cx="11244149" cy="5250792"/>
          </a:xfrm>
          <a:prstGeom prst="rect">
            <a:avLst/>
          </a:prstGeom>
        </p:spPr>
        <p:txBody>
          <a:bodyPr anchorCtr="1"/>
          <a:lstStyle>
            <a:lvl1pPr algn="ctr">
              <a:defRPr sz="4000" b="1" cap="none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8F8BDA-1A03-445B-A76B-525DE8317C18}"/>
              </a:ext>
            </a:extLst>
          </p:cNvPr>
          <p:cNvSpPr/>
          <p:nvPr userDrawn="1"/>
        </p:nvSpPr>
        <p:spPr>
          <a:xfrm>
            <a:off x="1" y="6590270"/>
            <a:ext cx="12192000" cy="267732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293BAA-8C62-4F73-8124-D4D6BEBF88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581" y="5345430"/>
            <a:ext cx="3827419" cy="124741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E97A50-08EF-437E-A636-931428B27154}"/>
              </a:ext>
            </a:extLst>
          </p:cNvPr>
          <p:cNvCxnSpPr/>
          <p:nvPr userDrawn="1"/>
        </p:nvCxnSpPr>
        <p:spPr>
          <a:xfrm>
            <a:off x="1" y="6589713"/>
            <a:ext cx="12192000" cy="0"/>
          </a:xfrm>
          <a:prstGeom prst="line">
            <a:avLst/>
          </a:prstGeom>
          <a:ln w="19050">
            <a:solidFill>
              <a:srgbClr val="7F3F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733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59" y="238127"/>
            <a:ext cx="10872445" cy="11033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1820" y="1510730"/>
            <a:ext cx="5309278" cy="46787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2634" y="1510730"/>
            <a:ext cx="5229570" cy="467946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211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6252634" y="1510730"/>
            <a:ext cx="5229570" cy="466574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759" y="238127"/>
            <a:ext cx="10872444" cy="11033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"/>
          </p:nvPr>
        </p:nvSpPr>
        <p:spPr>
          <a:xfrm>
            <a:off x="601820" y="1510730"/>
            <a:ext cx="5309278" cy="46787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59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59" y="238127"/>
            <a:ext cx="11141055" cy="11033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8809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230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514351" y="4856674"/>
            <a:ext cx="11283950" cy="1155939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00" b="1">
                <a:solidFill>
                  <a:srgbClr val="8B3D9A"/>
                </a:solidFill>
              </a:defRPr>
            </a:lvl1pPr>
            <a:lvl2pPr>
              <a:buFontTx/>
              <a:buNone/>
              <a:defRPr sz="2400"/>
            </a:lvl2pPr>
            <a:lvl3pPr>
              <a:buFontTx/>
              <a:buNone/>
              <a:defRPr sz="2400"/>
            </a:lvl3pPr>
            <a:lvl4pPr>
              <a:buFontTx/>
              <a:buNone/>
              <a:defRPr sz="2400"/>
            </a:lvl4pPr>
            <a:lvl5pPr>
              <a:buFontTx/>
              <a:buNone/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484" y="239715"/>
            <a:ext cx="11244016" cy="1674813"/>
          </a:xfrm>
          <a:prstGeom prst="rect">
            <a:avLst/>
          </a:prstGeom>
        </p:spPr>
        <p:txBody>
          <a:bodyPr/>
          <a:lstStyle>
            <a:lvl1pPr algn="ctr">
              <a:defRPr sz="39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09759" y="1895477"/>
            <a:ext cx="10872444" cy="260571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2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DCE80E-A528-4F84-999C-167B7BD87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406" y="3355525"/>
            <a:ext cx="3827419" cy="124741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B50470-EA3D-49B4-8F28-4C9C1E0D226A}"/>
              </a:ext>
            </a:extLst>
          </p:cNvPr>
          <p:cNvCxnSpPr/>
          <p:nvPr userDrawn="1"/>
        </p:nvCxnSpPr>
        <p:spPr bwMode="auto">
          <a:xfrm>
            <a:off x="-22231" y="4605619"/>
            <a:ext cx="12214231" cy="0"/>
          </a:xfrm>
          <a:prstGeom prst="line">
            <a:avLst/>
          </a:prstGeom>
          <a:ln w="28575"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9" name="Picture 5" descr="CCO_ONC_RGB.jpg">
            <a:extLst>
              <a:ext uri="{FF2B5EF4-FFF2-40B4-BE49-F238E27FC236}">
                <a16:creationId xmlns:a16="http://schemas.microsoft.com/office/drawing/2014/main" id="{A8FCC512-B9D6-45E5-83A8-5B1B4BEE14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31"/>
          <a:stretch>
            <a:fillRect/>
          </a:stretch>
        </p:blipFill>
        <p:spPr bwMode="auto">
          <a:xfrm>
            <a:off x="8150225" y="5876925"/>
            <a:ext cx="36734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2407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2575"/>
            <a:ext cx="5486400" cy="4740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2"/>
          </p:nvPr>
        </p:nvSpPr>
        <p:spPr>
          <a:xfrm>
            <a:off x="6107838" y="1602576"/>
            <a:ext cx="5486400" cy="4740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176000" y="6334250"/>
            <a:ext cx="406400" cy="365125"/>
          </a:xfrm>
          <a:prstGeom prst="rect">
            <a:avLst/>
          </a:prstGeom>
        </p:spPr>
        <p:txBody>
          <a:bodyPr anchor="b"/>
          <a:lstStyle>
            <a:lvl1pPr algn="r">
              <a:defRPr sz="8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61EF62-1F3B-6E4B-8300-6EC9524E5F06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67070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theme" Target="../theme/theme2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18267-92D5-0D4B-87CE-44B4E0AEA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7BEC4-0F2A-9246-9D1F-1F90A6560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B8C21-93E1-0740-9DC4-0810CB65D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0FE46-E2C7-EE46-861D-177DCC2678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5BBEC-6C7E-954F-A0AB-B226EA4AA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FE79-E67A-E54E-B644-91F817DBE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3EB95-A73B-7F48-B15E-EBC3FC5D694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B9A7144F-05F6-3CCF-6CBE-804B3AF9E0F4}"/>
              </a:ext>
            </a:extLst>
          </p:cNvPr>
          <p:cNvSpPr/>
          <p:nvPr userDrawn="1"/>
        </p:nvSpPr>
        <p:spPr>
          <a:xfrm>
            <a:off x="-12358" y="-12357"/>
            <a:ext cx="12204357" cy="148882"/>
          </a:xfrm>
          <a:prstGeom prst="rect">
            <a:avLst/>
          </a:prstGeom>
          <a:solidFill>
            <a:srgbClr val="1A36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3A9168-BA23-6CC5-55DD-C532E342B5F8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9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6">
            <a:extLst>
              <a:ext uri="{FF2B5EF4-FFF2-40B4-BE49-F238E27FC236}">
                <a16:creationId xmlns:a16="http://schemas.microsoft.com/office/drawing/2014/main" id="{1FBA405B-91D7-455B-838E-7390C471CAC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759" y="238125"/>
            <a:ext cx="10872444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7">
            <a:extLst>
              <a:ext uri="{FF2B5EF4-FFF2-40B4-BE49-F238E27FC236}">
                <a16:creationId xmlns:a16="http://schemas.microsoft.com/office/drawing/2014/main" id="{5E3FA78F-9815-470C-AAC7-65118010A9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0231" y="1517650"/>
            <a:ext cx="10881972" cy="465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28AFCB-3188-4961-AAEE-DB4C7846ECE6}"/>
              </a:ext>
            </a:extLst>
          </p:cNvPr>
          <p:cNvSpPr/>
          <p:nvPr/>
        </p:nvSpPr>
        <p:spPr>
          <a:xfrm>
            <a:off x="1" y="1"/>
            <a:ext cx="12192000" cy="144463"/>
          </a:xfrm>
          <a:prstGeom prst="rect">
            <a:avLst/>
          </a:prstGeom>
          <a:gradFill>
            <a:gsLst>
              <a:gs pos="0">
                <a:schemeClr val="tx1"/>
              </a:gs>
              <a:gs pos="50000">
                <a:schemeClr val="tx1">
                  <a:lumMod val="50000"/>
                </a:schemeClr>
              </a:gs>
              <a:gs pos="100000">
                <a:schemeClr val="tx1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43CC73-466D-4F58-8CB4-E7D562EE94BD}"/>
              </a:ext>
            </a:extLst>
          </p:cNvPr>
          <p:cNvCxnSpPr/>
          <p:nvPr/>
        </p:nvCxnSpPr>
        <p:spPr>
          <a:xfrm>
            <a:off x="1" y="6745288"/>
            <a:ext cx="121920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07A185B-7FCD-47CF-95BF-44DC96F2E8FE}"/>
              </a:ext>
            </a:extLst>
          </p:cNvPr>
          <p:cNvSpPr/>
          <p:nvPr userDrawn="1"/>
        </p:nvSpPr>
        <p:spPr>
          <a:xfrm>
            <a:off x="1" y="1"/>
            <a:ext cx="12192000" cy="144463"/>
          </a:xfrm>
          <a:prstGeom prst="rect">
            <a:avLst/>
          </a:prstGeom>
          <a:gradFill>
            <a:gsLst>
              <a:gs pos="0">
                <a:schemeClr val="tx1"/>
              </a:gs>
              <a:gs pos="50000">
                <a:schemeClr val="tx1">
                  <a:lumMod val="75000"/>
                </a:schemeClr>
              </a:gs>
              <a:gs pos="100000">
                <a:schemeClr val="tx1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E157BB-F619-F3EB-CC7A-BDCB1EE46FC5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21475"/>
            <a:ext cx="12192000" cy="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1950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90000"/>
        </a:lnSpc>
        <a:spcBef>
          <a:spcPts val="1000"/>
        </a:spcBef>
        <a:spcAft>
          <a:spcPts val="700"/>
        </a:spcAft>
        <a:buClr>
          <a:schemeClr val="bg1"/>
        </a:buClr>
        <a:buFont typeface="Wingdings" panose="05000000000000000000" pitchFamily="2" charset="2"/>
        <a:buChar char="§"/>
        <a:defRPr sz="28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1" fontAlgn="base" hangingPunct="1">
        <a:lnSpc>
          <a:spcPct val="90000"/>
        </a:lnSpc>
        <a:spcBef>
          <a:spcPts val="1000"/>
        </a:spcBef>
        <a:spcAft>
          <a:spcPts val="700"/>
        </a:spcAft>
        <a:buClr>
          <a:schemeClr val="bg1"/>
        </a:buClr>
        <a:buFont typeface="Arial" panose="020B0604020202020204" pitchFamily="34" charset="0"/>
        <a:buChar char="‒"/>
        <a:defRPr sz="2600">
          <a:solidFill>
            <a:schemeClr val="bg1"/>
          </a:solidFill>
          <a:latin typeface="Calibri" panose="020F0502020204030204" pitchFamily="34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1000"/>
        </a:spcBef>
        <a:spcAft>
          <a:spcPts val="700"/>
        </a:spcAft>
        <a:buClr>
          <a:schemeClr val="bg1"/>
        </a:buClr>
        <a:buFont typeface="Arial" panose="020B0604020202020204" pitchFamily="34" charset="0"/>
        <a:buChar char="‒"/>
        <a:defRPr sz="2400">
          <a:solidFill>
            <a:schemeClr val="bg1"/>
          </a:solidFill>
          <a:latin typeface="Calibri" panose="020F0502020204030204" pitchFamily="34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1000"/>
        </a:spcBef>
        <a:spcAft>
          <a:spcPts val="700"/>
        </a:spcAft>
        <a:buClr>
          <a:schemeClr val="bg1"/>
        </a:buClr>
        <a:buFont typeface="Arial" panose="020B0604020202020204" pitchFamily="34" charset="0"/>
        <a:buChar char="‒"/>
        <a:defRPr sz="2200">
          <a:solidFill>
            <a:schemeClr val="bg1"/>
          </a:solidFill>
          <a:latin typeface="Calibri" panose="020F0502020204030204" pitchFamily="34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1000"/>
        </a:spcBef>
        <a:spcAft>
          <a:spcPts val="700"/>
        </a:spcAft>
        <a:buClr>
          <a:schemeClr val="bg1"/>
        </a:buClr>
        <a:buFont typeface="Arial" panose="020B0604020202020204" pitchFamily="34" charset="0"/>
        <a:buChar char="‒"/>
        <a:defRPr sz="2000">
          <a:solidFill>
            <a:schemeClr val="bg1"/>
          </a:solidFill>
          <a:latin typeface="Calibri" panose="020F0502020204030204" pitchFamily="34" charset="0"/>
        </a:defRPr>
      </a:lvl5pPr>
      <a:lvl6pPr marL="2514600" indent="-228600" algn="l" rtl="0" eaLnBrk="1" fontAlgn="base" hangingPunct="1">
        <a:lnSpc>
          <a:spcPct val="90000"/>
        </a:lnSpc>
        <a:spcBef>
          <a:spcPct val="35000"/>
        </a:spcBef>
        <a:spcAft>
          <a:spcPct val="25000"/>
        </a:spcAft>
        <a:buClr>
          <a:schemeClr val="accent2"/>
        </a:buClr>
        <a:buFont typeface="Arial" charset="0"/>
        <a:buChar char="–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90000"/>
        </a:lnSpc>
        <a:spcBef>
          <a:spcPct val="35000"/>
        </a:spcBef>
        <a:spcAft>
          <a:spcPct val="25000"/>
        </a:spcAft>
        <a:buClr>
          <a:schemeClr val="accent2"/>
        </a:buClr>
        <a:buFont typeface="Arial" charset="0"/>
        <a:buChar char="–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90000"/>
        </a:lnSpc>
        <a:spcBef>
          <a:spcPct val="35000"/>
        </a:spcBef>
        <a:spcAft>
          <a:spcPct val="25000"/>
        </a:spcAft>
        <a:buClr>
          <a:schemeClr val="accent2"/>
        </a:buClr>
        <a:buFont typeface="Arial" charset="0"/>
        <a:buChar char="–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90000"/>
        </a:lnSpc>
        <a:spcBef>
          <a:spcPct val="35000"/>
        </a:spcBef>
        <a:spcAft>
          <a:spcPct val="25000"/>
        </a:spcAft>
        <a:buClr>
          <a:schemeClr val="accent2"/>
        </a:buClr>
        <a:buFont typeface="Arial" charset="0"/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17_HTAA_Diabetes">
  <a:themeElements>
    <a:clrScheme name="2018 CCO LIVE">
      <a:dk1>
        <a:srgbClr val="455560"/>
      </a:dk1>
      <a:lt1>
        <a:srgbClr val="FFFFFF"/>
      </a:lt1>
      <a:dk2>
        <a:srgbClr val="000000"/>
      </a:dk2>
      <a:lt2>
        <a:srgbClr val="CDCDCF"/>
      </a:lt2>
      <a:accent1>
        <a:srgbClr val="015873"/>
      </a:accent1>
      <a:accent2>
        <a:srgbClr val="4DA1BB"/>
      </a:accent2>
      <a:accent3>
        <a:srgbClr val="E1471D"/>
      </a:accent3>
      <a:accent4>
        <a:srgbClr val="00823B"/>
      </a:accent4>
      <a:accent5>
        <a:srgbClr val="FDB338"/>
      </a:accent5>
      <a:accent6>
        <a:srgbClr val="682E74"/>
      </a:accent6>
      <a:hlink>
        <a:srgbClr val="E1471D"/>
      </a:hlink>
      <a:folHlink>
        <a:srgbClr val="015873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0">
          <a:solidFill>
            <a:schemeClr val="bg1"/>
          </a:solidFill>
          <a:miter lim="800000"/>
          <a:headEnd/>
          <a:tailEnd/>
        </a:ln>
      </a:spPr>
      <a:bodyPr anchor="b"/>
      <a:lstStyle>
        <a:defPPr algn="ctr" eaLnBrk="1" hangingPunct="1">
          <a:spcBef>
            <a:spcPct val="35000"/>
          </a:spcBef>
          <a:spcAft>
            <a:spcPct val="25000"/>
          </a:spcAft>
          <a:buClr>
            <a:schemeClr val="folHlink"/>
          </a:buClr>
          <a:buNone/>
          <a:defRPr sz="1800" b="0" dirty="0">
            <a:solidFill>
              <a:schemeClr val="tx1"/>
            </a:solidFill>
            <a:latin typeface="Calibri" panose="020F0502020204030204" pitchFamily="34" charset="0"/>
          </a:defRPr>
        </a:defPPr>
      </a:lstStyle>
    </a:spDef>
    <a:lnDef>
      <a:spPr bwMode="auto">
        <a:noFill/>
        <a:ln w="285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algn="ctr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>
          <a:lnSpc>
            <a:spcPct val="100000"/>
          </a:lnSpc>
          <a:spcBef>
            <a:spcPct val="50000"/>
          </a:spcBef>
          <a:spcAft>
            <a:spcPct val="0"/>
          </a:spcAft>
          <a:buClrTx/>
          <a:buFontTx/>
          <a:buNone/>
          <a:defRPr b="0" dirty="0" smtClean="0">
            <a:solidFill>
              <a:schemeClr val="bg1"/>
            </a:solidFill>
            <a:latin typeface="Calibri" panose="020F0502020204030204" pitchFamily="34" charset="0"/>
          </a:defRPr>
        </a:defPPr>
      </a:lstStyle>
    </a:txDef>
  </a:objectDefaults>
  <a:extraClrSchemeLst>
    <a:extraClrScheme>
      <a:clrScheme name="Custom Design 1">
        <a:dk1>
          <a:srgbClr val="CDCDCF"/>
        </a:dk1>
        <a:lt1>
          <a:srgbClr val="FFFFFF"/>
        </a:lt1>
        <a:dk2>
          <a:srgbClr val="09003E"/>
        </a:dk2>
        <a:lt2>
          <a:srgbClr val="F2F23A"/>
        </a:lt2>
        <a:accent1>
          <a:srgbClr val="12AD2B"/>
        </a:accent1>
        <a:accent2>
          <a:srgbClr val="5AAACE"/>
        </a:accent2>
        <a:accent3>
          <a:srgbClr val="AAAAAF"/>
        </a:accent3>
        <a:accent4>
          <a:srgbClr val="DADADA"/>
        </a:accent4>
        <a:accent5>
          <a:srgbClr val="AAD3AC"/>
        </a:accent5>
        <a:accent6>
          <a:srgbClr val="519ABA"/>
        </a:accent6>
        <a:hlink>
          <a:srgbClr val="F6A108"/>
        </a:hlink>
        <a:folHlink>
          <a:srgbClr val="2B85B8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7_HTAA_Diabetes" id="{1367EE62-49C0-41AA-9F7D-AEA8A8F73D1D}" vid="{45DB6FF6-6200-4F3D-90FC-F48B6425275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16803</TotalTime>
  <Words>405</Words>
  <Application>Microsoft Office PowerPoint</Application>
  <PresentationFormat>Widescreen</PresentationFormat>
  <Paragraphs>73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CIDFont+F1</vt:lpstr>
      <vt:lpstr>CIDFont+F2</vt:lpstr>
      <vt:lpstr>CIDFont+F3</vt:lpstr>
      <vt:lpstr>Wingdings</vt:lpstr>
      <vt:lpstr>1_Office Theme</vt:lpstr>
      <vt:lpstr>2017_HTAA_Diabetes</vt:lpstr>
      <vt:lpstr>PowerPoint Presentation</vt:lpstr>
      <vt:lpstr>Background</vt:lpstr>
      <vt:lpstr>PowerPoint Presentation</vt:lpstr>
      <vt:lpstr>Study Design</vt:lpstr>
      <vt:lpstr>Demographics</vt:lpstr>
      <vt:lpstr>Primary Endpoint: PFS per BICR</vt:lpstr>
      <vt:lpstr>Key Secondary Endpoint: Antitumor Activity</vt:lpstr>
      <vt:lpstr>Common TRAEs (≥20% of Patients in Any Arm)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Pereira</dc:creator>
  <cp:lastModifiedBy>Lima Pereira, Allan A</cp:lastModifiedBy>
  <cp:revision>142</cp:revision>
  <dcterms:created xsi:type="dcterms:W3CDTF">2025-02-23T03:03:39Z</dcterms:created>
  <dcterms:modified xsi:type="dcterms:W3CDTF">2026-04-26T20:08:30Z</dcterms:modified>
</cp:coreProperties>
</file>